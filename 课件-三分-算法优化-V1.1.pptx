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71A40-F3F9-C2F8-CDA8-E0BBF239C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DFE32A-5ABD-9ACA-48F1-1B554C383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066C6F-A83C-3E4D-C5AA-1FABE62A0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D745-A446-43E3-9E0A-41F580400256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EFC56-FCF7-5E55-10FA-1980CB32C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BC552D-6DDE-BA17-9082-C6915FB43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CFE54-2C78-4039-A7C5-F0FB0ACE6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35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E5C773-FCE8-B66B-7D21-9AC67A417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903963-AA4D-BA6F-E213-ACE3A0DF9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E483C3-3DD0-EDC7-E83A-1F83D2D80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D745-A446-43E3-9E0A-41F580400256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69D214-5D4E-D446-AD89-7B40AC6AB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15DA66-9D14-EE02-9164-3043FA1B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CFE54-2C78-4039-A7C5-F0FB0ACE6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88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FBB665-D48E-20BC-2083-64F1A3728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04E430-CC6C-0289-A6FD-DD6716395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4B6456-0F12-3548-E2A4-42D099C0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D745-A446-43E3-9E0A-41F580400256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4C01FF-B35E-6D69-180E-E2AED40FF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28574F-49B7-C196-940E-9ED2062D3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CFE54-2C78-4039-A7C5-F0FB0ACE6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632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F5A42A-890D-C414-D861-9BA87E7FA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3A1401-2169-5EC2-443B-F9B0A21A6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FD3616-0875-953E-3C09-294FE1828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D8AE37-B408-5007-8F8D-42F2CB34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D745-A446-43E3-9E0A-41F580400256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EF0E28-5247-C9EE-3F11-347DBAFA5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623B84-218B-3282-749F-E0649FEC9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CFE54-2C78-4039-A7C5-F0FB0ACE6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547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6E555-26CE-AE64-AA27-6624B5F25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449D00-DD58-01FE-CD9C-7DFB229B4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9BDE6B-D754-3D03-47A5-078D19477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229A3B-DB0B-C7D6-F476-3FDE4A040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C8E2B5-5336-C1E2-D98A-3F3BBF9B4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3C02CB-BD6D-65F1-8260-A7EBE72F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D745-A446-43E3-9E0A-41F580400256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5892C3A-28FC-FE07-8B72-479EAEB8B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81C1C5D-2EDC-9B7D-520D-B1C4CA11E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CFE54-2C78-4039-A7C5-F0FB0ACE6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028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A84D36-A63B-5BAD-EFC8-B55CBFAD0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6F5874-3BE4-88C0-1A51-75C69C4DA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D745-A446-43E3-9E0A-41F580400256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62339E-22E3-2475-5727-37A25B1C9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9D16BF-16BC-B1D6-D433-1F66CA913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CFE54-2C78-4039-A7C5-F0FB0ACE6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074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37018C-DCF4-8E47-6343-123EEF92F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D745-A446-43E3-9E0A-41F580400256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D1D7BE-7EB2-2506-AACA-0A7083DB9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CFC6BD-71AC-86D0-E2B1-9A719833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CFE54-2C78-4039-A7C5-F0FB0ACE6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046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0D723-62B6-3D96-584E-FEEEE8A20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6440A8-3DC3-2D48-0786-3FAF0B574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F0AF59-5B12-19FE-F7CA-72297A6A8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6C9BF2-4F53-0B89-36A4-D5B77D67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D745-A446-43E3-9E0A-41F580400256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E65931-A555-C7E9-EF56-6DE4671F4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D53D96-D6B8-FD70-B109-8742947F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CFE54-2C78-4039-A7C5-F0FB0ACE6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165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4826-0AA6-AACC-3883-BC950C1E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5BBBA4-28F9-F405-9494-174D889EF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A60E74-BF02-2897-3D05-BAFEF66B0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4CAFCD-DDE9-ADCA-6615-450D7AF56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D745-A446-43E3-9E0A-41F580400256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C8FE8B-06DF-9993-DBB4-78EFFB28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F72910-9A9D-B9AB-E2EA-977C97403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CFE54-2C78-4039-A7C5-F0FB0ACE6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195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53F7C-5DD4-067D-5ACF-6553E6DF7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4BBA31-86EF-AD3E-35A2-E659CAC46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93CD94-95B0-D27C-FF37-42FF206E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D745-A446-43E3-9E0A-41F580400256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AB6BDA-B7DE-28C7-9E58-104656C18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78A16B-1CE0-718F-7675-4D529FD6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CFE54-2C78-4039-A7C5-F0FB0ACE6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819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8558DEC-6097-A309-D605-3EF7E59AD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E165B2-A8E4-9EC4-BB6F-A79AE2433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200F94-5EEA-1C55-F56A-8DEF8A837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7D745-A446-43E3-9E0A-41F580400256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B9CF30-C7C9-DD28-EF49-47BA3F0C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77B614-8241-FF83-A963-025F5DEF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CFE54-2C78-4039-A7C5-F0FB0ACE6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35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0F9D015-123E-EAA7-5874-432289E8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96FEDA-B888-6041-E9D2-3E5C564B6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0BF2D7-C470-A5C7-F11B-F582A4093F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7D745-A446-43E3-9E0A-41F580400256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4568F-104B-A81F-1D5E-D75FC2049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C9EF0C-CF08-6A94-160A-F0E10F515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CFE54-2C78-4039-A7C5-F0FB0ACE6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68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47E751D-5157-6DAE-5002-7EF557C43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9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44653-742A-F2A3-A0E5-EDB3E328F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23F5D74-8D27-A473-37CF-54E773AE6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72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7F920-8ABA-E29F-12DB-4FC2F697D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2623F51-F751-3F41-AC7A-727BA6429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322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D258F-06C1-400C-5666-C6770ED96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F1AD8E9-E825-6100-D470-B82A66D5E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116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03A3E-5525-3D88-9AE3-1F913A595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8BC8B14-A4C1-4B2D-C707-CD363DFCE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592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1814-F089-B054-47EA-18BDF7A14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073FA15-2F04-4265-9112-EB78865F6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401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C44B0-A4C5-D730-7317-3A24061C3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E5E9FB4-1C3D-9049-5C69-24ADE9406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51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C7B15-1192-88E8-2843-9E093995C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1B32128-90A9-1E9C-C106-2B4947F18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18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A84C3-BFDF-58B2-DB2A-C7607E29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58CF6C-F364-93D4-6C3A-EF78B3B80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70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3246E-9D0B-CA9E-57EB-0091A7671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27C2D53-BC21-95E4-AD6B-E5DEDC30F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116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A4D75-26BC-A49B-10EF-B94329246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3454CB4-674A-0695-3283-A448C7C9E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79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B6857-3C2E-4C49-E514-DABF92189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B4D236B-436C-1327-9CF0-95F810DEB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071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A1B95-A71F-DBD9-92CD-390D5F492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DDC17B-D4DD-6CCB-A422-6057D5E27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95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B00D9-E013-4502-72E0-E937B2BD1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1762C47-F9D0-C98B-ABDF-93A3AC823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47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3FBEA-B723-0324-12F7-9D885E195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D65BA7B-B076-0250-4164-C8293B2A6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919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78A82-96AF-FFA7-E8EA-895EBD6B5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04DA271-8523-C752-E686-3628AF248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263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4C68E-CD7D-2610-4AE2-3E873A4B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8E2A24E-B408-3FFA-EA5C-A86A64D3C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740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宽屏</PresentationFormat>
  <Paragraphs>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2026-05-04T07:17:08Z</dcterms:created>
  <dcterms:modified xsi:type="dcterms:W3CDTF">2026-05-04T07:23:59Z</dcterms:modified>
</cp:coreProperties>
</file>