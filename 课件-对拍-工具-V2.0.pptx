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30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39E97-C7E5-3E14-21BF-B738D2E96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3DB676-FB0D-13CB-C022-44F9AF0D1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00A456-BFBD-E1A1-750B-51F3FB09D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E1FF-5857-4F4F-BDE2-783DDF3CC1BC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6D547E-01EB-2D56-8370-26C19451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ACD746-3FDC-87AC-A9C9-BCA3413B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5DFD-0CBF-4DFF-B61D-510243259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35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AA961-C4CF-A390-3E6D-05BBF3EE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787FE5-38B8-45B5-DEC1-55906A396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FBFBDD-4336-A329-F55E-2D6277350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E1FF-5857-4F4F-BDE2-783DDF3CC1BC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1A75D1-C957-551B-2E00-503FB636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EA1B7-D2E5-E2A6-167F-97BFAF27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5DFD-0CBF-4DFF-B61D-510243259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35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B8F0F-2DF7-F028-738E-9877EBEEA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BDBFA2-707D-49F1-CF8F-64F63E972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ED8358-C2D1-7B88-BFE3-7A3ECD7E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E1FF-5857-4F4F-BDE2-783DDF3CC1BC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2DC286-E38D-6276-FB01-21955036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903112-D126-C685-7BED-BD4722FC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5DFD-0CBF-4DFF-B61D-510243259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54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458E55-2DA2-2D3E-B3A5-A02FEAE69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8DCAA4-957E-7DAE-CE1F-1B958F58D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6A461C-66D5-2A8E-91C4-EBC2205F4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39FFF2-75D0-6FDB-C9EC-91A94BA5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E1FF-5857-4F4F-BDE2-783DDF3CC1BC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103F9C-2507-B59E-F17F-8C15B43A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F8C721-D23B-3D48-C3C1-1C053B42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5DFD-0CBF-4DFF-B61D-510243259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02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22376-B559-EAD8-2284-50ECE496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0F8C1C-2B80-B5C5-435B-3D43B1344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314CC4-24B4-BE8B-82BE-68906BA5B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58080B-9D3C-5239-1808-E17A22AF5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84A73F-0116-5804-0C7C-1722C90C9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705945-CA56-76D4-3600-6C40A8DC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E1FF-5857-4F4F-BDE2-783DDF3CC1BC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224230-8A84-D7A7-B318-A5429113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8146D9-40AF-C06C-D5D9-6EC2ECA6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5DFD-0CBF-4DFF-B61D-510243259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498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9E8D1-EDAC-5B86-CA60-1500C03F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8996B8-0BC3-D4D1-A41D-2923DA07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E1FF-5857-4F4F-BDE2-783DDF3CC1BC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53752F-C54E-F040-D4B0-E555ADB2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F9DD69-B7A6-FD0D-A837-3AA011BD1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5DFD-0CBF-4DFF-B61D-510243259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859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C6E25F-4DAD-C149-8C1D-67D30B89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E1FF-5857-4F4F-BDE2-783DDF3CC1BC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0D3165-7C16-2F7A-F228-73DD7681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8D3C9C-8DEA-5CAE-C8C7-8EA2E06D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5DFD-0CBF-4DFF-B61D-510243259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64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F206C-775E-F21A-0C1D-80982048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90B9B1-464D-F13C-207B-449CDAE0F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9309F6-B987-8160-9CFA-E2C160792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C48593-1A15-43A2-77CB-81055D26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E1FF-5857-4F4F-BDE2-783DDF3CC1BC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06BDF1-0819-16FB-8B54-31631522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93D47A-9608-32FF-0777-0A1CE017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5DFD-0CBF-4DFF-B61D-510243259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64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A46E3-F5D7-B835-35A4-B0BB45BE8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4CDC6C-93F7-71F6-EA0E-A653851F1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3EF381-E37F-33CB-B327-EA4FE6892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4ED6F7-1F8F-60D8-77CF-AE52E0A8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E1FF-5857-4F4F-BDE2-783DDF3CC1BC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1889A4-DB34-4976-F723-6469C93E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BBEE02-E85C-9ACB-D124-A6F26A02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5DFD-0CBF-4DFF-B61D-510243259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10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7C689-D5F8-6B85-6159-DD20B3735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06E18F-2482-9833-AE08-61135236A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13BAC-663B-56A0-DF47-E74179D7F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E1FF-5857-4F4F-BDE2-783DDF3CC1BC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99C033-68BA-AA44-0965-F1441F79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F54E8-C58C-1282-9587-1D86274F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5DFD-0CBF-4DFF-B61D-510243259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6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32EE9D-61E2-38A8-09C6-93BC4C115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61F9C7-3DBE-18A7-511C-BB7805BC1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23B56A-365B-1268-CA0E-174A1E83A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E1FF-5857-4F4F-BDE2-783DDF3CC1BC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C894B6-6532-4E9A-D88A-43295FE35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A72877-0AF3-BE1F-5B50-CEFB4903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5DFD-0CBF-4DFF-B61D-510243259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434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63181E-7A0E-75EF-BA6D-C044938A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4CF2E2-1564-32A8-7A77-B73F7CF23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2E72FC-7507-A814-174F-E7A247DF3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8E1FF-5857-4F4F-BDE2-783DDF3CC1BC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DFDB7D-8D88-1C1F-A4B2-C66491A79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C770BB-6137-31FC-B3A7-B0D8CA673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B5DFD-0CBF-4DFF-B61D-5102432598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109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3007027-81FD-4A1B-B8FD-E8FC6C7B9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52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AECA2-7D4C-F41E-869E-5DB4FF73D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58FECB-E29D-7E0D-379A-BCB740170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49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A9B67-18AF-83A0-6C18-DB7650D42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8BDCBA4-EEC8-FEDD-B354-8BF1DD65C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58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B8A54-138B-2C40-8F73-9AC108C5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772F76-5469-1838-BAD2-042D7CC29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64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CB78F-C95C-27E7-738A-E7837C58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60F6CE-2561-D9DA-5CCA-EDE3643E5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56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93760-4AB1-6222-E114-0235B9294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DE7BFF-80CF-3286-4FAD-5E8990268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4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456F4-359E-7425-F56C-5262FB2B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260195-B36C-9FC9-3D79-72AD876A6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89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8FD9-7F3B-7C2F-46DF-A0F3B0B2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ECF2FF2-8FBC-2DBF-7F92-91CC1366B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24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44F14-D288-91EE-C37A-87174EF17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C4245F-305F-B78B-E3C8-54DFEABCF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60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94941-85E2-5AA4-BFE6-8C044265D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EF76A53-9EEE-CCAB-52B8-51E9471E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2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B1A94-53A5-890D-14A7-45B6A9445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DA4B33E-6660-A8B4-B616-2DD6DDE10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72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ECA62-6636-FF52-6406-DCC40AE12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2D28D31-CC48-5AAB-E9FF-E8E245ED0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31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2026-05-04T06:31:35Z</dcterms:created>
  <dcterms:modified xsi:type="dcterms:W3CDTF">2026-05-04T07:08:29Z</dcterms:modified>
</cp:coreProperties>
</file>